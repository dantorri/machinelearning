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5309-031F-79D5-C47D-E12E8E67B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7C284-4FFB-248F-8DA2-655FBB3C7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A592-1C39-1626-1514-568E1A9C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E84EA-D3B0-C54F-9A96-2E3F82EC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9B74-A132-7276-90F1-14FE172B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7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826C-6233-2196-F69F-05CE5315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0CE2-50BA-D42A-B265-677519A2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1DF4-D2FB-5DF4-DBC4-6332F8BA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5DA0F-8396-59A1-C6FB-12A541091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FDA6-1BA9-8CD5-6404-0099B125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29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7729-5E20-E756-AD2F-AF0FB3A8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0E12D-EFEF-C72B-F553-5C023A556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1E32A-47C8-78EF-8E4F-F11911EB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DAD8-7CC5-D7E7-A1A6-08EE4AC5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E47FD-9027-D0C9-98F8-B9691372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0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C1DE-10D8-DDD6-444C-4674862DA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CADD-8CE3-B558-CA0E-24AD3140B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F6781-5A87-20CA-BFD9-FA0FEF310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AE65D-204D-7AB6-33BD-70D03269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6231-BB19-CD63-06B7-C1735852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D931D-39C1-1FCD-2F69-53CF99BD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3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09DA-0824-9824-85B7-067F7F93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EE00F-5B19-ED73-3B6E-4CC0C6DC4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BA91C-EC5C-3070-E57F-ECA31C2DF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FDB9C-FA44-BB88-D741-8F8E19BA2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E904-AFEE-4752-20C6-3D1ADE3D2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E94F2-C450-2378-7C1A-2841C8B5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B76B7-2674-030B-C348-6BE0CF9F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E56EE-BCDF-C255-AF63-71F67DA2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0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3CE3-E470-4172-C2A8-F33E05B9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63117-2359-EE58-C43C-98A05275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D929E-4E27-E309-3362-BDD86E66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BC2A8-17E9-B59A-72EE-252E3329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8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B3ED6-30F1-7635-19F5-D27CCFD9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556F3-7FD3-8C9F-2AC1-0FF25A63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7419-B580-BBD9-A50B-0F3B1FD7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7D21-312E-8E75-C71F-59058629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E025A-8674-489C-F659-558E2FFF4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B0374-8C12-2626-E75F-808C67C1D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15CC4-DC67-9F0A-44BB-82ED0E9C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EEBDA-1B61-829C-6042-A497ED75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D8A4B-1F23-188E-F733-2342423A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ADFC-23C0-0CA7-DDE6-80616F5E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C8ADA-3D1C-7203-C8E8-E9A26997F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643D3-F1AD-8C31-B5B0-C829D5A53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E3A7B-483D-D6F1-5F6D-FBE67E8A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C97C0-A0FC-D9C6-5419-F4BF8DD1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9061A-9464-5EBD-032E-545E2F02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3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3E59-889C-2CCA-45BF-FA3069C9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135A0-57CF-D04C-C812-757DBAAC7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35C0-603A-74C2-E836-EF755BB1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CAEFD-0C97-9563-A615-2CF22529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31CBE-630A-898C-38BF-62B6CEDB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5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F6788-9BB4-B156-0EDE-6D4DB45C6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92C69-7373-BCD3-6494-69EB244AA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0B7BD-CFEC-50F7-6ABE-CA4DCD96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51183-F53B-0FAD-6BF8-267C7934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E45D-B183-A9D5-9F9A-EC33F0EA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7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CA152-E89D-3936-0861-97250ABD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D4D8-D25C-E0D9-B554-69C66BF78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481C-F0DB-F11A-784C-CB07C07C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EC634-23FD-43E6-9848-0ECC6AC1788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729A7-AEF7-CB11-AD50-A5C1698C5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97C8A-F326-547E-3408-3DFA20151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F784F-8405-43CC-904B-075C98134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2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6E3A-37C3-ADAE-D450-5E5E61762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2F64C-EE3A-C257-7DAB-8142EA19D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Mechanical Engineers</a:t>
            </a:r>
          </a:p>
        </p:txBody>
      </p:sp>
    </p:spTree>
    <p:extLst>
      <p:ext uri="{BB962C8B-B14F-4D97-AF65-F5344CB8AC3E}">
        <p14:creationId xmlns:p14="http://schemas.microsoft.com/office/powerpoint/2010/main" val="178401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7223E9-EE40-51E1-EB9D-8B76F3861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4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D7108-7F17-779A-E51C-55E7B24FC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639" y="643466"/>
            <a:ext cx="72587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69BE5-E37E-D7AA-85A5-9838E6B6A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479" y="643466"/>
            <a:ext cx="781904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0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05CC240-39D3-CD46-ABD2-56B139837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0540" y="643466"/>
            <a:ext cx="867091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2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A0E2A9-45F4-B23E-DE3A-01290F53D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207" y="643466"/>
            <a:ext cx="10713585" cy="557106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4A942E-EB3A-B618-E8A8-0E6A5501ADA8}"/>
              </a:ext>
            </a:extLst>
          </p:cNvPr>
          <p:cNvCxnSpPr/>
          <p:nvPr/>
        </p:nvCxnSpPr>
        <p:spPr>
          <a:xfrm flipV="1">
            <a:off x="7836061" y="4143737"/>
            <a:ext cx="0" cy="12327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C85519-1CBA-0666-F909-4A577382721C}"/>
              </a:ext>
            </a:extLst>
          </p:cNvPr>
          <p:cNvCxnSpPr/>
          <p:nvPr/>
        </p:nvCxnSpPr>
        <p:spPr>
          <a:xfrm flipV="1">
            <a:off x="9980990" y="4059162"/>
            <a:ext cx="0" cy="1277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92EBBB-B335-0B79-BA66-68BB4427550D}"/>
              </a:ext>
            </a:extLst>
          </p:cNvPr>
          <p:cNvSpPr txBox="1"/>
          <p:nvPr/>
        </p:nvSpPr>
        <p:spPr>
          <a:xfrm>
            <a:off x="8302172" y="4697790"/>
            <a:ext cx="128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Sweet spot</a:t>
            </a:r>
          </a:p>
        </p:txBody>
      </p:sp>
    </p:spTree>
    <p:extLst>
      <p:ext uri="{BB962C8B-B14F-4D97-AF65-F5344CB8AC3E}">
        <p14:creationId xmlns:p14="http://schemas.microsoft.com/office/powerpoint/2010/main" val="56503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3C7AB-ED43-22D9-0C84-99F49BDA6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3944" y="643466"/>
            <a:ext cx="82841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8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AF04-6D6E-27D6-9F78-55AB4384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266F-3557-6BA9-E4BE-3E9E594B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Hyperparameter Example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75FF0-5237-3570-5192-74CACAB4D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944226"/>
            <a:ext cx="7608304" cy="504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4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4CF6-E90B-EF9C-4238-D460B1CE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923A-B110-0C14-5F59-1B63DEDC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Hyperparameter Example Cont.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00D4C-EBAB-ABCD-9219-6F889D84E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88" y="1204654"/>
            <a:ext cx="6744790" cy="444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6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15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Hyperparameter Example Cont.</vt:lpstr>
      <vt:lpstr>Hyperparameter Example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Torri</dc:creator>
  <cp:lastModifiedBy>Dan Torri</cp:lastModifiedBy>
  <cp:revision>3</cp:revision>
  <dcterms:created xsi:type="dcterms:W3CDTF">2026-09-02T20:24:43Z</dcterms:created>
  <dcterms:modified xsi:type="dcterms:W3CDTF">2026-09-09T21:12:42Z</dcterms:modified>
</cp:coreProperties>
</file>